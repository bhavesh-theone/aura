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two plants are leased from promoter 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Export revenue is recognised on dispatch from the factory, not on delivery; the auditors have asked for a change in revenue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Founded 2009 in Coimbatore</a:t>
            </a:r>
          </a:p>
          <a:p>
            <a:r>
              <a:t>12 manufacturing plants across Tamil Nadu and Karnataka</a:t>
            </a:r>
          </a:p>
          <a:p>
            <a:r>
              <a:t>1,850 employees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Customers and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Largest customer DesiMart accounts for 38% of revenue (customer concentration)</a:t>
            </a:r>
          </a:p>
          <a:p>
            <a:r>
              <a:t>Quick commerce grew 3x in FY25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4747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FY25 share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Modern trade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General trade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Quick 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Exports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New millet noodles line in FY26</a:t>
            </a:r>
          </a:p>
          <a:p>
            <a:r>
              <a:t>Capex of INR 60 crore over two years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aura-fixtures</cp:lastModifiedBy>
  <cp:revision>1</cp:revision>
  <dcterms:created xsi:type="dcterms:W3CDTF">2025-06-01T00:00:00Z</dcterms:created>
  <dcterms:modified xsi:type="dcterms:W3CDTF">2025-06-01T00:00:00Z</dcterms:modified>
  <cp:category/>
</cp:coreProperties>
</file>
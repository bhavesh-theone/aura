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16.5% EBITDA margin and the INR 150 crore NCD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have asked about the step-up on rating downgrade.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Kaveri – Investment Teaser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Strictly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Leading precision components supplier to two-wheeler and tractor OEMs</a:t>
            </a:r>
          </a:p>
          <a:p>
            <a:r>
              <a:t>Revenue of ₹412.38 crore in FY24, up 15.5% year on year</a:t>
            </a:r>
          </a:p>
          <a:p>
            <a:r>
              <a:t>EBITDA of ₹68.15 crore with a 16.5% margin</a:t>
            </a:r>
          </a:p>
          <a:p>
            <a:r>
              <a:t>Net debt to EBITDA of 1.4x as at 31 March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financials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Metric (₹ crore)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356.91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412.38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31.93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 size: INR 150 crore of senior secured NCDs</a:t>
            </a:r>
          </a:p>
          <a:p>
            <a:r>
              <a:t>Tenor: 60 months; coupon: 11.25% per annum payable quarterly</a:t>
            </a:r>
          </a:p>
          <a:p>
            <a:r>
              <a:t>Security: first ranking exclusive charge over movable fixed assets</a:t>
            </a:r>
          </a:p>
          <a:p>
            <a:r>
              <a:t>Governing law: laws of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